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4" r:id="rId1"/>
  </p:sldMasterIdLst>
  <p:notesMasterIdLst>
    <p:notesMasterId r:id="rId5"/>
  </p:notesMasterIdLst>
  <p:sldIdLst>
    <p:sldId id="3467" r:id="rId2"/>
    <p:sldId id="3468" r:id="rId3"/>
    <p:sldId id="3469" r:id="rId4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2" pos="958" userDrawn="1">
          <p15:clr>
            <a:srgbClr val="A4A3A4"/>
          </p15:clr>
        </p15:guide>
        <p15:guide id="54" orient="horz" pos="480" userDrawn="1">
          <p15:clr>
            <a:srgbClr val="A4A3A4"/>
          </p15:clr>
        </p15:guide>
        <p15:guide id="55" orient="horz" pos="8160" userDrawn="1">
          <p15:clr>
            <a:srgbClr val="A4A3A4"/>
          </p15:clr>
        </p15:guide>
        <p15:guide id="56" pos="143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2894FF"/>
    <a:srgbClr val="6488B7"/>
    <a:srgbClr val="18526A"/>
    <a:srgbClr val="0085A4"/>
    <a:srgbClr val="00B0B5"/>
    <a:srgbClr val="ECBB33"/>
    <a:srgbClr val="F4D685"/>
    <a:srgbClr val="FFCC99"/>
    <a:srgbClr val="FFCC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5439" autoAdjust="0"/>
  </p:normalViewPr>
  <p:slideViewPr>
    <p:cSldViewPr snapToGrid="0" snapToObjects="1">
      <p:cViewPr varScale="1">
        <p:scale>
          <a:sx n="58" d="100"/>
          <a:sy n="58" d="100"/>
        </p:scale>
        <p:origin x="354" y="108"/>
      </p:cViewPr>
      <p:guideLst>
        <p:guide pos="958"/>
        <p:guide orient="horz" pos="480"/>
        <p:guide orient="horz" pos="8160"/>
        <p:guide pos="14398"/>
      </p:guideLst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Lato Light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Lato Light" panose="020F0502020204030203" pitchFamily="34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1/3/2022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Lato Light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Lato Light" panose="020F0502020204030203" pitchFamily="34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3982051" y="4913784"/>
            <a:ext cx="17851350" cy="4536000"/>
          </a:xfrm>
          <a:prstGeom prst="roundRect">
            <a:avLst>
              <a:gd name="adj" fmla="val 3261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8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85975" y="5273826"/>
            <a:ext cx="17064355" cy="1512168"/>
          </a:xfrm>
        </p:spPr>
        <p:txBody>
          <a:bodyPr>
            <a:normAutofit/>
          </a:bodyPr>
          <a:lstStyle>
            <a:lvl1pPr>
              <a:defRPr sz="7198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85975" y="7650088"/>
            <a:ext cx="17064355" cy="1656184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1218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37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565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75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943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313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532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7509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61" y="2249488"/>
            <a:ext cx="4359626" cy="3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77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77650" cy="1371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910061" y="4994744"/>
            <a:ext cx="17851350" cy="4536000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8" dirty="0">
              <a:solidFill>
                <a:schemeClr val="accent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85975" y="5273826"/>
            <a:ext cx="17064355" cy="1512168"/>
          </a:xfrm>
        </p:spPr>
        <p:txBody>
          <a:bodyPr>
            <a:normAutofit/>
          </a:bodyPr>
          <a:lstStyle>
            <a:lvl1pPr>
              <a:defRPr sz="7198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85975" y="7650088"/>
            <a:ext cx="17064355" cy="1656184"/>
          </a:xfrm>
        </p:spPr>
        <p:txBody>
          <a:bodyPr/>
          <a:lstStyle>
            <a:lvl1pPr marL="0" indent="0" algn="l">
              <a:buNone/>
              <a:defRPr>
                <a:solidFill>
                  <a:schemeClr val="accent2"/>
                </a:solidFill>
              </a:defRPr>
            </a:lvl1pPr>
            <a:lvl2pPr marL="1218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37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565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75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943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313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532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7509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61" y="2249488"/>
            <a:ext cx="4359626" cy="3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298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4377650" cy="12141200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8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8556" y="5253039"/>
            <a:ext cx="22538305" cy="1635122"/>
          </a:xfrm>
        </p:spPr>
        <p:txBody>
          <a:bodyPr anchor="ctr">
            <a:normAutofit/>
          </a:bodyPr>
          <a:lstStyle>
            <a:lvl1pPr>
              <a:defRPr sz="8398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</a:t>
            </a:r>
            <a:r>
              <a:rPr lang="en-US"/>
              <a:t>edit Divider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53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4377650" cy="12141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8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8556" y="5253039"/>
            <a:ext cx="22538305" cy="1635122"/>
          </a:xfrm>
        </p:spPr>
        <p:txBody>
          <a:bodyPr anchor="ctr">
            <a:normAutofit/>
          </a:bodyPr>
          <a:lstStyle>
            <a:lvl1pPr>
              <a:defRPr sz="8398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</a:t>
            </a:r>
            <a:r>
              <a:rPr lang="en-US"/>
              <a:t>edit Divider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475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_Oran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4377650" cy="12141200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8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8556" y="5253039"/>
            <a:ext cx="22538305" cy="1635122"/>
          </a:xfrm>
        </p:spPr>
        <p:txBody>
          <a:bodyPr anchor="ctr">
            <a:normAutofit/>
          </a:bodyPr>
          <a:lstStyle>
            <a:lvl1pPr>
              <a:defRPr sz="8398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</a:t>
            </a:r>
            <a:r>
              <a:rPr lang="en-US"/>
              <a:t>edit Divider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630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Blu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4377650" cy="12141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8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8556" y="5253039"/>
            <a:ext cx="22538305" cy="1635122"/>
          </a:xfrm>
        </p:spPr>
        <p:txBody>
          <a:bodyPr anchor="ctr">
            <a:normAutofit/>
          </a:bodyPr>
          <a:lstStyle>
            <a:lvl1pPr>
              <a:defRPr sz="8398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</a:t>
            </a:r>
            <a:r>
              <a:rPr lang="en-US"/>
              <a:t>edit Divider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195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598556" y="2393504"/>
            <a:ext cx="23036559" cy="1000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21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50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828324" y="2784648"/>
            <a:ext cx="4875530" cy="6814876"/>
          </a:xfrm>
          <a:solidFill>
            <a:schemeClr val="accent2"/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2799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110148" y="2794000"/>
            <a:ext cx="4875530" cy="6814876"/>
          </a:xfrm>
          <a:solidFill>
            <a:schemeClr val="accent2"/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2799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2391972" y="2794000"/>
            <a:ext cx="4875530" cy="6814876"/>
          </a:xfrm>
          <a:solidFill>
            <a:schemeClr val="accent2"/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2799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7673796" y="2794000"/>
            <a:ext cx="4875530" cy="6814876"/>
          </a:xfrm>
          <a:solidFill>
            <a:schemeClr val="accent2"/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2799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828324" y="9961131"/>
            <a:ext cx="4875530" cy="1917702"/>
          </a:xfrm>
        </p:spPr>
        <p:txBody>
          <a:bodyPr>
            <a:noAutofit/>
          </a:bodyPr>
          <a:lstStyle>
            <a:lvl1pPr marL="0" indent="0">
              <a:buNone/>
              <a:defRPr sz="2799">
                <a:solidFill>
                  <a:schemeClr val="accent2"/>
                </a:solidFill>
              </a:defRPr>
            </a:lvl1pPr>
            <a:lvl2pPr marL="304716" indent="-304716">
              <a:buFont typeface="Arial" panose="020B0604020202020204" pitchFamily="34" charset="0"/>
              <a:buChar char="•"/>
              <a:defRPr sz="2799">
                <a:solidFill>
                  <a:schemeClr val="accent2"/>
                </a:solidFill>
              </a:defRPr>
            </a:lvl2pPr>
            <a:lvl3pPr marL="609432" indent="-304716">
              <a:defRPr sz="2799">
                <a:solidFill>
                  <a:schemeClr val="accent2"/>
                </a:solidFill>
              </a:defRPr>
            </a:lvl3pPr>
            <a:lvl4pPr marL="1066507" indent="-457074">
              <a:defRPr sz="2799">
                <a:solidFill>
                  <a:schemeClr val="accent2"/>
                </a:solidFill>
              </a:defRPr>
            </a:lvl4pPr>
            <a:lvl5pPr marL="1523581" indent="-457074">
              <a:defRPr sz="2799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7110148" y="9961131"/>
            <a:ext cx="4875530" cy="1917702"/>
          </a:xfrm>
        </p:spPr>
        <p:txBody>
          <a:bodyPr>
            <a:noAutofit/>
          </a:bodyPr>
          <a:lstStyle>
            <a:lvl1pPr marL="0" indent="0">
              <a:buNone/>
              <a:defRPr sz="2799">
                <a:solidFill>
                  <a:schemeClr val="accent2"/>
                </a:solidFill>
              </a:defRPr>
            </a:lvl1pPr>
            <a:lvl2pPr marL="304716" indent="-304716">
              <a:buFont typeface="Arial" panose="020B0604020202020204" pitchFamily="34" charset="0"/>
              <a:buChar char="•"/>
              <a:defRPr sz="2799">
                <a:solidFill>
                  <a:schemeClr val="accent2"/>
                </a:solidFill>
              </a:defRPr>
            </a:lvl2pPr>
            <a:lvl3pPr marL="609432" indent="-304716">
              <a:defRPr sz="2799">
                <a:solidFill>
                  <a:schemeClr val="accent2"/>
                </a:solidFill>
              </a:defRPr>
            </a:lvl3pPr>
            <a:lvl4pPr marL="1066507" indent="-457074">
              <a:defRPr sz="2799">
                <a:solidFill>
                  <a:schemeClr val="accent2"/>
                </a:solidFill>
              </a:defRPr>
            </a:lvl4pPr>
            <a:lvl5pPr marL="1523581" indent="-457074">
              <a:defRPr sz="2799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12391972" y="9961131"/>
            <a:ext cx="4875530" cy="1917702"/>
          </a:xfrm>
        </p:spPr>
        <p:txBody>
          <a:bodyPr>
            <a:noAutofit/>
          </a:bodyPr>
          <a:lstStyle>
            <a:lvl1pPr marL="0" indent="0">
              <a:buNone/>
              <a:defRPr sz="2799">
                <a:solidFill>
                  <a:schemeClr val="accent2"/>
                </a:solidFill>
              </a:defRPr>
            </a:lvl1pPr>
            <a:lvl2pPr marL="304716" indent="-304716">
              <a:buFont typeface="Arial" panose="020B0604020202020204" pitchFamily="34" charset="0"/>
              <a:buChar char="•"/>
              <a:defRPr sz="2799">
                <a:solidFill>
                  <a:schemeClr val="accent2"/>
                </a:solidFill>
              </a:defRPr>
            </a:lvl2pPr>
            <a:lvl3pPr marL="609432" indent="-304716">
              <a:defRPr sz="2799">
                <a:solidFill>
                  <a:schemeClr val="accent2"/>
                </a:solidFill>
              </a:defRPr>
            </a:lvl3pPr>
            <a:lvl4pPr marL="1066507" indent="-457074">
              <a:defRPr sz="2799">
                <a:solidFill>
                  <a:schemeClr val="accent2"/>
                </a:solidFill>
              </a:defRPr>
            </a:lvl4pPr>
            <a:lvl5pPr marL="1523581" indent="-457074">
              <a:defRPr sz="2799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17673796" y="9961131"/>
            <a:ext cx="4875530" cy="1917702"/>
          </a:xfrm>
        </p:spPr>
        <p:txBody>
          <a:bodyPr>
            <a:noAutofit/>
          </a:bodyPr>
          <a:lstStyle>
            <a:lvl1pPr marL="0" indent="0">
              <a:buNone/>
              <a:defRPr sz="2799">
                <a:solidFill>
                  <a:schemeClr val="accent2"/>
                </a:solidFill>
              </a:defRPr>
            </a:lvl1pPr>
            <a:lvl2pPr marL="304716" indent="-304716">
              <a:buFont typeface="Arial" panose="020B0604020202020204" pitchFamily="34" charset="0"/>
              <a:buChar char="•"/>
              <a:defRPr sz="2799">
                <a:solidFill>
                  <a:schemeClr val="accent2"/>
                </a:solidFill>
              </a:defRPr>
            </a:lvl2pPr>
            <a:lvl3pPr marL="609432" indent="-304716">
              <a:defRPr sz="2799">
                <a:solidFill>
                  <a:schemeClr val="accent2"/>
                </a:solidFill>
              </a:defRPr>
            </a:lvl3pPr>
            <a:lvl4pPr marL="1066507" indent="-457074">
              <a:defRPr sz="2799">
                <a:solidFill>
                  <a:schemeClr val="accent2"/>
                </a:solidFill>
              </a:defRPr>
            </a:lvl4pPr>
            <a:lvl5pPr marL="1523581" indent="-457074">
              <a:defRPr sz="2799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758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828325" y="2793999"/>
            <a:ext cx="10168529" cy="6814878"/>
          </a:xfrm>
          <a:solidFill>
            <a:schemeClr val="accent2"/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2799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2380798" y="2793999"/>
            <a:ext cx="10168529" cy="6814878"/>
          </a:xfrm>
          <a:solidFill>
            <a:schemeClr val="accent2"/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2799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828325" y="9961131"/>
            <a:ext cx="10168529" cy="1917702"/>
          </a:xfrm>
        </p:spPr>
        <p:txBody>
          <a:bodyPr>
            <a:noAutofit/>
          </a:bodyPr>
          <a:lstStyle>
            <a:lvl1pPr marL="0" indent="0">
              <a:buNone/>
              <a:defRPr sz="2799">
                <a:solidFill>
                  <a:schemeClr val="accent2"/>
                </a:solidFill>
              </a:defRPr>
            </a:lvl1pPr>
            <a:lvl2pPr marL="304716" indent="-304716">
              <a:buFont typeface="Arial" panose="020B0604020202020204" pitchFamily="34" charset="0"/>
              <a:buChar char="•"/>
              <a:defRPr sz="2799">
                <a:solidFill>
                  <a:schemeClr val="accent2"/>
                </a:solidFill>
              </a:defRPr>
            </a:lvl2pPr>
            <a:lvl3pPr marL="609432" indent="-304716">
              <a:defRPr sz="2799">
                <a:solidFill>
                  <a:schemeClr val="accent2"/>
                </a:solidFill>
              </a:defRPr>
            </a:lvl3pPr>
            <a:lvl4pPr marL="1066507" indent="-457074">
              <a:defRPr sz="2799">
                <a:solidFill>
                  <a:schemeClr val="accent2"/>
                </a:solidFill>
              </a:defRPr>
            </a:lvl4pPr>
            <a:lvl5pPr marL="1523581" indent="-457074">
              <a:defRPr sz="2799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12380798" y="9961131"/>
            <a:ext cx="10168529" cy="1917702"/>
          </a:xfrm>
        </p:spPr>
        <p:txBody>
          <a:bodyPr>
            <a:noAutofit/>
          </a:bodyPr>
          <a:lstStyle>
            <a:lvl1pPr marL="0" indent="0">
              <a:buNone/>
              <a:defRPr sz="2799">
                <a:solidFill>
                  <a:schemeClr val="accent2"/>
                </a:solidFill>
              </a:defRPr>
            </a:lvl1pPr>
            <a:lvl2pPr marL="304716" indent="-304716">
              <a:buFont typeface="Arial" panose="020B0604020202020204" pitchFamily="34" charset="0"/>
              <a:buChar char="•"/>
              <a:defRPr sz="2799">
                <a:solidFill>
                  <a:schemeClr val="accent2"/>
                </a:solidFill>
              </a:defRPr>
            </a:lvl2pPr>
            <a:lvl3pPr marL="609432" indent="-304716">
              <a:defRPr sz="2799">
                <a:solidFill>
                  <a:schemeClr val="accent2"/>
                </a:solidFill>
              </a:defRPr>
            </a:lvl3pPr>
            <a:lvl4pPr marL="1066507" indent="-457074">
              <a:defRPr sz="2799">
                <a:solidFill>
                  <a:schemeClr val="accent2"/>
                </a:solidFill>
              </a:defRPr>
            </a:lvl4pPr>
            <a:lvl5pPr marL="1523581" indent="-457074">
              <a:defRPr sz="2799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976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635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4056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Orange_Log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55277" y="12474625"/>
            <a:ext cx="1880826" cy="133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15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4377650" cy="12141200"/>
          </a:xfrm>
          <a:prstGeom prst="rect">
            <a:avLst/>
          </a:prstGeom>
          <a:solidFill>
            <a:srgbClr val="FF9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8" dirty="0"/>
          </a:p>
        </p:txBody>
      </p:sp>
      <p:sp>
        <p:nvSpPr>
          <p:cNvPr id="15" name="Rectangle 14"/>
          <p:cNvSpPr/>
          <p:nvPr/>
        </p:nvSpPr>
        <p:spPr>
          <a:xfrm>
            <a:off x="17892795" y="6441232"/>
            <a:ext cx="3793474" cy="5230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99" dirty="0">
                <a:solidFill>
                  <a:srgbClr val="FFFFFF"/>
                </a:solidFill>
                <a:latin typeface="Tahoma" charset="0"/>
                <a:ea typeface="Tahoma" charset="0"/>
                <a:cs typeface="Tahoma" charset="0"/>
              </a:rPr>
              <a:t>facebook.com/omantel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6838298" y="6281936"/>
            <a:ext cx="872361" cy="872588"/>
            <a:chOff x="8421342" y="3986251"/>
            <a:chExt cx="436294" cy="436294"/>
          </a:xfrm>
        </p:grpSpPr>
        <p:sp>
          <p:nvSpPr>
            <p:cNvPr id="17" name="Freeform 104"/>
            <p:cNvSpPr>
              <a:spLocks/>
            </p:cNvSpPr>
            <p:nvPr/>
          </p:nvSpPr>
          <p:spPr bwMode="auto">
            <a:xfrm>
              <a:off x="8421342" y="3986251"/>
              <a:ext cx="436294" cy="436294"/>
            </a:xfrm>
            <a:custGeom>
              <a:avLst/>
              <a:gdLst>
                <a:gd name="T0" fmla="*/ 47 w 320"/>
                <a:gd name="T1" fmla="*/ 273 h 320"/>
                <a:gd name="T2" fmla="*/ 160 w 320"/>
                <a:gd name="T3" fmla="*/ 320 h 320"/>
                <a:gd name="T4" fmla="*/ 273 w 320"/>
                <a:gd name="T5" fmla="*/ 273 h 320"/>
                <a:gd name="T6" fmla="*/ 320 w 320"/>
                <a:gd name="T7" fmla="*/ 160 h 320"/>
                <a:gd name="T8" fmla="*/ 273 w 320"/>
                <a:gd name="T9" fmla="*/ 47 h 320"/>
                <a:gd name="T10" fmla="*/ 160 w 320"/>
                <a:gd name="T11" fmla="*/ 0 h 320"/>
                <a:gd name="T12" fmla="*/ 47 w 320"/>
                <a:gd name="T13" fmla="*/ 47 h 320"/>
                <a:gd name="T14" fmla="*/ 0 w 320"/>
                <a:gd name="T15" fmla="*/ 160 h 320"/>
                <a:gd name="T16" fmla="*/ 47 w 320"/>
                <a:gd name="T17" fmla="*/ 27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0" h="320">
                  <a:moveTo>
                    <a:pt x="47" y="273"/>
                  </a:moveTo>
                  <a:cubicBezTo>
                    <a:pt x="77" y="303"/>
                    <a:pt x="117" y="320"/>
                    <a:pt x="160" y="320"/>
                  </a:cubicBezTo>
                  <a:cubicBezTo>
                    <a:pt x="202" y="320"/>
                    <a:pt x="243" y="303"/>
                    <a:pt x="273" y="273"/>
                  </a:cubicBezTo>
                  <a:cubicBezTo>
                    <a:pt x="303" y="243"/>
                    <a:pt x="320" y="203"/>
                    <a:pt x="320" y="160"/>
                  </a:cubicBezTo>
                  <a:cubicBezTo>
                    <a:pt x="320" y="117"/>
                    <a:pt x="303" y="77"/>
                    <a:pt x="273" y="47"/>
                  </a:cubicBezTo>
                  <a:cubicBezTo>
                    <a:pt x="243" y="17"/>
                    <a:pt x="202" y="0"/>
                    <a:pt x="160" y="0"/>
                  </a:cubicBezTo>
                  <a:cubicBezTo>
                    <a:pt x="117" y="0"/>
                    <a:pt x="77" y="17"/>
                    <a:pt x="47" y="47"/>
                  </a:cubicBezTo>
                  <a:cubicBezTo>
                    <a:pt x="16" y="77"/>
                    <a:pt x="0" y="117"/>
                    <a:pt x="0" y="160"/>
                  </a:cubicBezTo>
                  <a:cubicBezTo>
                    <a:pt x="0" y="203"/>
                    <a:pt x="16" y="243"/>
                    <a:pt x="47" y="273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599" dirty="0">
                <a:latin typeface="Tahoma" charset="0"/>
                <a:ea typeface="Tahoma" charset="0"/>
                <a:cs typeface="Tahoma" charset="0"/>
              </a:endParaRPr>
            </a:p>
          </p:txBody>
        </p:sp>
        <p:sp>
          <p:nvSpPr>
            <p:cNvPr id="18" name="Freeform 101"/>
            <p:cNvSpPr>
              <a:spLocks/>
            </p:cNvSpPr>
            <p:nvPr/>
          </p:nvSpPr>
          <p:spPr bwMode="auto">
            <a:xfrm>
              <a:off x="8571456" y="4064174"/>
              <a:ext cx="136067" cy="280448"/>
            </a:xfrm>
            <a:custGeom>
              <a:avLst/>
              <a:gdLst>
                <a:gd name="T0" fmla="*/ 30 w 120"/>
                <a:gd name="T1" fmla="*/ 248 h 248"/>
                <a:gd name="T2" fmla="*/ 30 w 120"/>
                <a:gd name="T3" fmla="*/ 132 h 248"/>
                <a:gd name="T4" fmla="*/ 0 w 120"/>
                <a:gd name="T5" fmla="*/ 132 h 248"/>
                <a:gd name="T6" fmla="*/ 0 w 120"/>
                <a:gd name="T7" fmla="*/ 90 h 248"/>
                <a:gd name="T8" fmla="*/ 30 w 120"/>
                <a:gd name="T9" fmla="*/ 90 h 248"/>
                <a:gd name="T10" fmla="*/ 30 w 120"/>
                <a:gd name="T11" fmla="*/ 54 h 248"/>
                <a:gd name="T12" fmla="*/ 91 w 120"/>
                <a:gd name="T13" fmla="*/ 0 h 248"/>
                <a:gd name="T14" fmla="*/ 120 w 120"/>
                <a:gd name="T15" fmla="*/ 2 h 248"/>
                <a:gd name="T16" fmla="*/ 119 w 120"/>
                <a:gd name="T17" fmla="*/ 41 h 248"/>
                <a:gd name="T18" fmla="*/ 92 w 120"/>
                <a:gd name="T19" fmla="*/ 41 h 248"/>
                <a:gd name="T20" fmla="*/ 75 w 120"/>
                <a:gd name="T21" fmla="*/ 59 h 248"/>
                <a:gd name="T22" fmla="*/ 75 w 120"/>
                <a:gd name="T23" fmla="*/ 90 h 248"/>
                <a:gd name="T24" fmla="*/ 120 w 120"/>
                <a:gd name="T25" fmla="*/ 90 h 248"/>
                <a:gd name="T26" fmla="*/ 118 w 120"/>
                <a:gd name="T27" fmla="*/ 132 h 248"/>
                <a:gd name="T28" fmla="*/ 75 w 120"/>
                <a:gd name="T29" fmla="*/ 132 h 248"/>
                <a:gd name="T30" fmla="*/ 75 w 120"/>
                <a:gd name="T31" fmla="*/ 248 h 248"/>
                <a:gd name="T32" fmla="*/ 30 w 120"/>
                <a:gd name="T33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0" h="248">
                  <a:moveTo>
                    <a:pt x="30" y="248"/>
                  </a:moveTo>
                  <a:cubicBezTo>
                    <a:pt x="30" y="132"/>
                    <a:pt x="30" y="132"/>
                    <a:pt x="30" y="132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30" y="90"/>
                    <a:pt x="30" y="90"/>
                    <a:pt x="30" y="90"/>
                  </a:cubicBezTo>
                  <a:cubicBezTo>
                    <a:pt x="30" y="90"/>
                    <a:pt x="30" y="73"/>
                    <a:pt x="30" y="54"/>
                  </a:cubicBezTo>
                  <a:cubicBezTo>
                    <a:pt x="30" y="26"/>
                    <a:pt x="49" y="0"/>
                    <a:pt x="91" y="0"/>
                  </a:cubicBezTo>
                  <a:cubicBezTo>
                    <a:pt x="107" y="0"/>
                    <a:pt x="120" y="2"/>
                    <a:pt x="120" y="2"/>
                  </a:cubicBezTo>
                  <a:cubicBezTo>
                    <a:pt x="119" y="41"/>
                    <a:pt x="119" y="41"/>
                    <a:pt x="119" y="41"/>
                  </a:cubicBezTo>
                  <a:cubicBezTo>
                    <a:pt x="119" y="41"/>
                    <a:pt x="106" y="41"/>
                    <a:pt x="92" y="41"/>
                  </a:cubicBezTo>
                  <a:cubicBezTo>
                    <a:pt x="77" y="41"/>
                    <a:pt x="75" y="48"/>
                    <a:pt x="75" y="59"/>
                  </a:cubicBezTo>
                  <a:cubicBezTo>
                    <a:pt x="75" y="68"/>
                    <a:pt x="75" y="40"/>
                    <a:pt x="75" y="90"/>
                  </a:cubicBezTo>
                  <a:cubicBezTo>
                    <a:pt x="120" y="90"/>
                    <a:pt x="120" y="90"/>
                    <a:pt x="120" y="90"/>
                  </a:cubicBezTo>
                  <a:cubicBezTo>
                    <a:pt x="118" y="132"/>
                    <a:pt x="118" y="132"/>
                    <a:pt x="118" y="132"/>
                  </a:cubicBezTo>
                  <a:cubicBezTo>
                    <a:pt x="75" y="132"/>
                    <a:pt x="75" y="132"/>
                    <a:pt x="75" y="132"/>
                  </a:cubicBezTo>
                  <a:cubicBezTo>
                    <a:pt x="75" y="248"/>
                    <a:pt x="75" y="248"/>
                    <a:pt x="75" y="248"/>
                  </a:cubicBezTo>
                  <a:lnTo>
                    <a:pt x="30" y="2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599" dirty="0">
                <a:solidFill>
                  <a:srgbClr val="FFFFFF"/>
                </a:solidFill>
                <a:latin typeface="Tahoma" charset="0"/>
                <a:ea typeface="Tahoma" charset="0"/>
                <a:cs typeface="Tahoma" charset="0"/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17892795" y="7773648"/>
            <a:ext cx="1789272" cy="5230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99" dirty="0">
                <a:solidFill>
                  <a:srgbClr val="FFFFFF"/>
                </a:solidFill>
                <a:latin typeface="Tahoma" charset="0"/>
                <a:ea typeface="Tahoma" charset="0"/>
                <a:cs typeface="Tahoma" charset="0"/>
              </a:rPr>
              <a:t>@omantel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6838298" y="7614736"/>
            <a:ext cx="872361" cy="872588"/>
            <a:chOff x="8421342" y="4625355"/>
            <a:chExt cx="436294" cy="436294"/>
          </a:xfrm>
        </p:grpSpPr>
        <p:sp>
          <p:nvSpPr>
            <p:cNvPr id="21" name="Freeform 104"/>
            <p:cNvSpPr>
              <a:spLocks/>
            </p:cNvSpPr>
            <p:nvPr/>
          </p:nvSpPr>
          <p:spPr bwMode="auto">
            <a:xfrm>
              <a:off x="8421342" y="4625355"/>
              <a:ext cx="436294" cy="436294"/>
            </a:xfrm>
            <a:custGeom>
              <a:avLst/>
              <a:gdLst>
                <a:gd name="T0" fmla="*/ 47 w 320"/>
                <a:gd name="T1" fmla="*/ 273 h 320"/>
                <a:gd name="T2" fmla="*/ 160 w 320"/>
                <a:gd name="T3" fmla="*/ 320 h 320"/>
                <a:gd name="T4" fmla="*/ 273 w 320"/>
                <a:gd name="T5" fmla="*/ 273 h 320"/>
                <a:gd name="T6" fmla="*/ 320 w 320"/>
                <a:gd name="T7" fmla="*/ 160 h 320"/>
                <a:gd name="T8" fmla="*/ 273 w 320"/>
                <a:gd name="T9" fmla="*/ 47 h 320"/>
                <a:gd name="T10" fmla="*/ 160 w 320"/>
                <a:gd name="T11" fmla="*/ 0 h 320"/>
                <a:gd name="T12" fmla="*/ 47 w 320"/>
                <a:gd name="T13" fmla="*/ 47 h 320"/>
                <a:gd name="T14" fmla="*/ 0 w 320"/>
                <a:gd name="T15" fmla="*/ 160 h 320"/>
                <a:gd name="T16" fmla="*/ 47 w 320"/>
                <a:gd name="T17" fmla="*/ 273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0" h="320">
                  <a:moveTo>
                    <a:pt x="47" y="273"/>
                  </a:moveTo>
                  <a:cubicBezTo>
                    <a:pt x="77" y="303"/>
                    <a:pt x="117" y="320"/>
                    <a:pt x="160" y="320"/>
                  </a:cubicBezTo>
                  <a:cubicBezTo>
                    <a:pt x="202" y="320"/>
                    <a:pt x="243" y="303"/>
                    <a:pt x="273" y="273"/>
                  </a:cubicBezTo>
                  <a:cubicBezTo>
                    <a:pt x="303" y="243"/>
                    <a:pt x="320" y="203"/>
                    <a:pt x="320" y="160"/>
                  </a:cubicBezTo>
                  <a:cubicBezTo>
                    <a:pt x="320" y="117"/>
                    <a:pt x="303" y="77"/>
                    <a:pt x="273" y="47"/>
                  </a:cubicBezTo>
                  <a:cubicBezTo>
                    <a:pt x="243" y="17"/>
                    <a:pt x="202" y="0"/>
                    <a:pt x="160" y="0"/>
                  </a:cubicBezTo>
                  <a:cubicBezTo>
                    <a:pt x="117" y="0"/>
                    <a:pt x="77" y="17"/>
                    <a:pt x="47" y="47"/>
                  </a:cubicBezTo>
                  <a:cubicBezTo>
                    <a:pt x="16" y="77"/>
                    <a:pt x="0" y="117"/>
                    <a:pt x="0" y="160"/>
                  </a:cubicBezTo>
                  <a:cubicBezTo>
                    <a:pt x="0" y="203"/>
                    <a:pt x="16" y="243"/>
                    <a:pt x="47" y="273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599" dirty="0">
                <a:latin typeface="Tahoma" charset="0"/>
                <a:ea typeface="Tahoma" charset="0"/>
                <a:cs typeface="Tahoma" charset="0"/>
              </a:endParaRPr>
            </a:p>
          </p:txBody>
        </p:sp>
        <p:sp>
          <p:nvSpPr>
            <p:cNvPr id="22" name="Freeform 103"/>
            <p:cNvSpPr>
              <a:spLocks/>
            </p:cNvSpPr>
            <p:nvPr/>
          </p:nvSpPr>
          <p:spPr bwMode="auto">
            <a:xfrm>
              <a:off x="8512114" y="4740184"/>
              <a:ext cx="254749" cy="206635"/>
            </a:xfrm>
            <a:custGeom>
              <a:avLst/>
              <a:gdLst>
                <a:gd name="T0" fmla="*/ 230 w 230"/>
                <a:gd name="T1" fmla="*/ 22 h 187"/>
                <a:gd name="T2" fmla="*/ 203 w 230"/>
                <a:gd name="T3" fmla="*/ 30 h 187"/>
                <a:gd name="T4" fmla="*/ 224 w 230"/>
                <a:gd name="T5" fmla="*/ 4 h 187"/>
                <a:gd name="T6" fmla="*/ 194 w 230"/>
                <a:gd name="T7" fmla="*/ 15 h 187"/>
                <a:gd name="T8" fmla="*/ 159 w 230"/>
                <a:gd name="T9" fmla="*/ 0 h 187"/>
                <a:gd name="T10" fmla="*/ 112 w 230"/>
                <a:gd name="T11" fmla="*/ 48 h 187"/>
                <a:gd name="T12" fmla="*/ 113 w 230"/>
                <a:gd name="T13" fmla="*/ 58 h 187"/>
                <a:gd name="T14" fmla="*/ 16 w 230"/>
                <a:gd name="T15" fmla="*/ 9 h 187"/>
                <a:gd name="T16" fmla="*/ 10 w 230"/>
                <a:gd name="T17" fmla="*/ 33 h 187"/>
                <a:gd name="T18" fmla="*/ 31 w 230"/>
                <a:gd name="T19" fmla="*/ 72 h 187"/>
                <a:gd name="T20" fmla="*/ 9 w 230"/>
                <a:gd name="T21" fmla="*/ 66 h 187"/>
                <a:gd name="T22" fmla="*/ 9 w 230"/>
                <a:gd name="T23" fmla="*/ 67 h 187"/>
                <a:gd name="T24" fmla="*/ 47 w 230"/>
                <a:gd name="T25" fmla="*/ 113 h 187"/>
                <a:gd name="T26" fmla="*/ 35 w 230"/>
                <a:gd name="T27" fmla="*/ 115 h 187"/>
                <a:gd name="T28" fmla="*/ 26 w 230"/>
                <a:gd name="T29" fmla="*/ 114 h 187"/>
                <a:gd name="T30" fmla="*/ 70 w 230"/>
                <a:gd name="T31" fmla="*/ 147 h 187"/>
                <a:gd name="T32" fmla="*/ 11 w 230"/>
                <a:gd name="T33" fmla="*/ 167 h 187"/>
                <a:gd name="T34" fmla="*/ 0 w 230"/>
                <a:gd name="T35" fmla="*/ 166 h 187"/>
                <a:gd name="T36" fmla="*/ 72 w 230"/>
                <a:gd name="T37" fmla="*/ 187 h 187"/>
                <a:gd name="T38" fmla="*/ 207 w 230"/>
                <a:gd name="T39" fmla="*/ 53 h 187"/>
                <a:gd name="T40" fmla="*/ 207 w 230"/>
                <a:gd name="T41" fmla="*/ 47 h 187"/>
                <a:gd name="T42" fmla="*/ 230 w 230"/>
                <a:gd name="T43" fmla="*/ 2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0" h="187">
                  <a:moveTo>
                    <a:pt x="230" y="22"/>
                  </a:moveTo>
                  <a:cubicBezTo>
                    <a:pt x="222" y="26"/>
                    <a:pt x="213" y="29"/>
                    <a:pt x="203" y="30"/>
                  </a:cubicBezTo>
                  <a:cubicBezTo>
                    <a:pt x="213" y="24"/>
                    <a:pt x="220" y="15"/>
                    <a:pt x="224" y="4"/>
                  </a:cubicBezTo>
                  <a:cubicBezTo>
                    <a:pt x="215" y="9"/>
                    <a:pt x="205" y="13"/>
                    <a:pt x="194" y="15"/>
                  </a:cubicBezTo>
                  <a:cubicBezTo>
                    <a:pt x="185" y="6"/>
                    <a:pt x="173" y="0"/>
                    <a:pt x="159" y="0"/>
                  </a:cubicBezTo>
                  <a:cubicBezTo>
                    <a:pt x="133" y="0"/>
                    <a:pt x="112" y="21"/>
                    <a:pt x="112" y="48"/>
                  </a:cubicBezTo>
                  <a:cubicBezTo>
                    <a:pt x="112" y="51"/>
                    <a:pt x="113" y="55"/>
                    <a:pt x="113" y="58"/>
                  </a:cubicBezTo>
                  <a:cubicBezTo>
                    <a:pt x="74" y="56"/>
                    <a:pt x="39" y="38"/>
                    <a:pt x="16" y="9"/>
                  </a:cubicBezTo>
                  <a:cubicBezTo>
                    <a:pt x="12" y="16"/>
                    <a:pt x="10" y="24"/>
                    <a:pt x="10" y="33"/>
                  </a:cubicBezTo>
                  <a:cubicBezTo>
                    <a:pt x="10" y="49"/>
                    <a:pt x="18" y="64"/>
                    <a:pt x="31" y="72"/>
                  </a:cubicBezTo>
                  <a:cubicBezTo>
                    <a:pt x="23" y="72"/>
                    <a:pt x="16" y="70"/>
                    <a:pt x="9" y="66"/>
                  </a:cubicBezTo>
                  <a:cubicBezTo>
                    <a:pt x="9" y="66"/>
                    <a:pt x="9" y="66"/>
                    <a:pt x="9" y="67"/>
                  </a:cubicBezTo>
                  <a:cubicBezTo>
                    <a:pt x="9" y="90"/>
                    <a:pt x="26" y="109"/>
                    <a:pt x="47" y="113"/>
                  </a:cubicBezTo>
                  <a:cubicBezTo>
                    <a:pt x="43" y="114"/>
                    <a:pt x="39" y="115"/>
                    <a:pt x="35" y="115"/>
                  </a:cubicBezTo>
                  <a:cubicBezTo>
                    <a:pt x="32" y="115"/>
                    <a:pt x="29" y="114"/>
                    <a:pt x="26" y="114"/>
                  </a:cubicBezTo>
                  <a:cubicBezTo>
                    <a:pt x="32" y="133"/>
                    <a:pt x="49" y="146"/>
                    <a:pt x="70" y="147"/>
                  </a:cubicBezTo>
                  <a:cubicBezTo>
                    <a:pt x="54" y="159"/>
                    <a:pt x="33" y="167"/>
                    <a:pt x="11" y="167"/>
                  </a:cubicBezTo>
                  <a:cubicBezTo>
                    <a:pt x="8" y="167"/>
                    <a:pt x="4" y="167"/>
                    <a:pt x="0" y="166"/>
                  </a:cubicBezTo>
                  <a:cubicBezTo>
                    <a:pt x="21" y="180"/>
                    <a:pt x="46" y="187"/>
                    <a:pt x="72" y="187"/>
                  </a:cubicBezTo>
                  <a:cubicBezTo>
                    <a:pt x="159" y="187"/>
                    <a:pt x="207" y="115"/>
                    <a:pt x="207" y="53"/>
                  </a:cubicBezTo>
                  <a:cubicBezTo>
                    <a:pt x="207" y="51"/>
                    <a:pt x="207" y="49"/>
                    <a:pt x="207" y="47"/>
                  </a:cubicBezTo>
                  <a:cubicBezTo>
                    <a:pt x="216" y="40"/>
                    <a:pt x="224" y="32"/>
                    <a:pt x="230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599" dirty="0">
                <a:latin typeface="Tahoma" charset="0"/>
                <a:ea typeface="Tahoma" charset="0"/>
                <a:cs typeface="Tahoma" charset="0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069677" y="816812"/>
            <a:ext cx="4910465" cy="4911744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txBody>
          <a:bodyPr wrap="none" tIns="0" bIns="91416" rtlCol="0" anchor="ctr" anchorCtr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en-US" sz="5599" spc="40" dirty="0">
                <a:solidFill>
                  <a:srgbClr val="FFFFFF"/>
                </a:solidFill>
                <a:latin typeface="Tahoma" charset="0"/>
                <a:ea typeface="Tahoma" charset="0"/>
                <a:cs typeface="Tahoma" charset="0"/>
              </a:rPr>
              <a:t>Contact us</a:t>
            </a:r>
            <a:endParaRPr lang="en-US" sz="2799" dirty="0">
              <a:solidFill>
                <a:srgbClr val="FFFFFF"/>
              </a:solidFill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106955" y="6774210"/>
            <a:ext cx="647531" cy="647700"/>
          </a:xfrm>
          <a:prstGeom prst="ellipse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8" dirty="0">
              <a:solidFill>
                <a:schemeClr val="bg1"/>
              </a:solidFill>
              <a:latin typeface="Tahoma" charset="0"/>
              <a:ea typeface="Tahoma" charset="0"/>
              <a:cs typeface="Tahoma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 flipH="1" flipV="1">
            <a:off x="5237387" y="5029200"/>
            <a:ext cx="1964398" cy="1839864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 104"/>
          <p:cNvSpPr>
            <a:spLocks/>
          </p:cNvSpPr>
          <p:nvPr/>
        </p:nvSpPr>
        <p:spPr bwMode="auto">
          <a:xfrm>
            <a:off x="16849497" y="4944112"/>
            <a:ext cx="872361" cy="872588"/>
          </a:xfrm>
          <a:custGeom>
            <a:avLst/>
            <a:gdLst>
              <a:gd name="T0" fmla="*/ 47 w 320"/>
              <a:gd name="T1" fmla="*/ 273 h 320"/>
              <a:gd name="T2" fmla="*/ 160 w 320"/>
              <a:gd name="T3" fmla="*/ 320 h 320"/>
              <a:gd name="T4" fmla="*/ 273 w 320"/>
              <a:gd name="T5" fmla="*/ 273 h 320"/>
              <a:gd name="T6" fmla="*/ 320 w 320"/>
              <a:gd name="T7" fmla="*/ 160 h 320"/>
              <a:gd name="T8" fmla="*/ 273 w 320"/>
              <a:gd name="T9" fmla="*/ 47 h 320"/>
              <a:gd name="T10" fmla="*/ 160 w 320"/>
              <a:gd name="T11" fmla="*/ 0 h 320"/>
              <a:gd name="T12" fmla="*/ 47 w 320"/>
              <a:gd name="T13" fmla="*/ 47 h 320"/>
              <a:gd name="T14" fmla="*/ 0 w 320"/>
              <a:gd name="T15" fmla="*/ 160 h 320"/>
              <a:gd name="T16" fmla="*/ 47 w 320"/>
              <a:gd name="T17" fmla="*/ 273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0" h="320">
                <a:moveTo>
                  <a:pt x="47" y="273"/>
                </a:moveTo>
                <a:cubicBezTo>
                  <a:pt x="77" y="303"/>
                  <a:pt x="117" y="320"/>
                  <a:pt x="160" y="320"/>
                </a:cubicBezTo>
                <a:cubicBezTo>
                  <a:pt x="202" y="320"/>
                  <a:pt x="243" y="303"/>
                  <a:pt x="273" y="273"/>
                </a:cubicBezTo>
                <a:cubicBezTo>
                  <a:pt x="303" y="243"/>
                  <a:pt x="320" y="203"/>
                  <a:pt x="320" y="160"/>
                </a:cubicBezTo>
                <a:cubicBezTo>
                  <a:pt x="320" y="117"/>
                  <a:pt x="303" y="77"/>
                  <a:pt x="273" y="47"/>
                </a:cubicBezTo>
                <a:cubicBezTo>
                  <a:pt x="243" y="17"/>
                  <a:pt x="202" y="0"/>
                  <a:pt x="160" y="0"/>
                </a:cubicBezTo>
                <a:cubicBezTo>
                  <a:pt x="117" y="0"/>
                  <a:pt x="77" y="17"/>
                  <a:pt x="47" y="47"/>
                </a:cubicBezTo>
                <a:cubicBezTo>
                  <a:pt x="16" y="77"/>
                  <a:pt x="0" y="117"/>
                  <a:pt x="0" y="160"/>
                </a:cubicBezTo>
                <a:cubicBezTo>
                  <a:pt x="0" y="203"/>
                  <a:pt x="16" y="243"/>
                  <a:pt x="47" y="273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/>
          <a:p>
            <a:endParaRPr lang="en-US" sz="3599" dirty="0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7892794" y="5099958"/>
            <a:ext cx="2068195" cy="5230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99" dirty="0">
                <a:solidFill>
                  <a:srgbClr val="FFFFFF"/>
                </a:solidFill>
                <a:latin typeface="Tahoma" charset="0"/>
                <a:ea typeface="Tahoma" charset="0"/>
                <a:cs typeface="Tahoma" charset="0"/>
              </a:rPr>
              <a:t>omantel.om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33626" y="5154575"/>
            <a:ext cx="704103" cy="45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5342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_Omantel_NC_Oran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7798" y="152400"/>
            <a:ext cx="23802062" cy="1676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849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_Omantel_NC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287798" y="152400"/>
            <a:ext cx="23802062" cy="1676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98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_Omantel_Blu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7798" y="152400"/>
            <a:ext cx="23802062" cy="1676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 bwMode="auto">
          <a:xfrm>
            <a:off x="287793" y="2133600"/>
            <a:ext cx="23802064" cy="10515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4486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_Omantel_Grey_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7798" y="152400"/>
            <a:ext cx="23802062" cy="1676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6559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29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vmlDrawing" Target="../drawings/vmlDrawing1.v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2"/>
            </p:custDataLst>
            <p:extLst/>
          </p:nvPr>
        </p:nvGraphicFramePr>
        <p:xfrm>
          <a:off x="3175" y="3176"/>
          <a:ext cx="3175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" name="think-cell Slide" r:id="rId24" imgW="248" imgH="247" progId="TCLayout.ActiveDocument.1">
                  <p:embed/>
                </p:oleObj>
              </mc:Choice>
              <mc:Fallback>
                <p:oleObj name="think-cell Slide" r:id="rId24" imgW="248" imgH="247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175" y="3176"/>
                        <a:ext cx="3175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317417" cy="317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GB" sz="5599" b="0" i="0" baseline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8556" y="241875"/>
            <a:ext cx="23036559" cy="163512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555" y="2126975"/>
            <a:ext cx="23036561" cy="1020363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Slide Number Placeholder 5"/>
          <p:cNvSpPr txBox="1">
            <a:spLocks/>
          </p:cNvSpPr>
          <p:nvPr/>
        </p:nvSpPr>
        <p:spPr>
          <a:xfrm>
            <a:off x="526567" y="13050688"/>
            <a:ext cx="7052375" cy="523156"/>
          </a:xfrm>
          <a:prstGeom prst="rect">
            <a:avLst/>
          </a:prstGeom>
        </p:spPr>
        <p:txBody>
          <a:bodyPr vert="horz" wrap="square" lIns="243777" tIns="121888" rIns="243777" bIns="121888" rtlCol="0" anchor="t" anchorCtr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0" i="0" baseline="0" dirty="0">
                <a:solidFill>
                  <a:schemeClr val="tx2"/>
                </a:solidFill>
                <a:latin typeface="Tahoma" charset="0"/>
                <a:ea typeface="Tahoma" charset="0"/>
                <a:cs typeface="Tahoma" charset="0"/>
              </a:rPr>
              <a:t>|  </a:t>
            </a:r>
            <a:r>
              <a:rPr lang="de-DE" sz="1800" b="0" i="0" baseline="0" dirty="0">
                <a:solidFill>
                  <a:schemeClr val="tx2"/>
                </a:solidFill>
                <a:latin typeface="Tahoma" charset="0"/>
                <a:ea typeface="Tahoma" charset="0"/>
                <a:cs typeface="Tahoma" charset="0"/>
              </a:rPr>
              <a:t>© Omantel </a:t>
            </a:r>
            <a:r>
              <a:rPr lang="de-DE" sz="1800" b="0" i="0" baseline="0" dirty="0" smtClean="0">
                <a:solidFill>
                  <a:schemeClr val="tx2"/>
                </a:solidFill>
                <a:latin typeface="Tahoma" charset="0"/>
                <a:ea typeface="Tahoma" charset="0"/>
                <a:cs typeface="Tahoma" charset="0"/>
              </a:rPr>
              <a:t>2020</a:t>
            </a:r>
            <a:endParaRPr lang="en-US" sz="1800" b="0" i="0" dirty="0">
              <a:solidFill>
                <a:schemeClr val="tx2"/>
              </a:solidFill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382589" y="12978681"/>
            <a:ext cx="278775" cy="656590"/>
          </a:xfrm>
          <a:prstGeom prst="rect">
            <a:avLst/>
          </a:prstGeom>
        </p:spPr>
        <p:txBody>
          <a:bodyPr vert="horz" wrap="none" lIns="243777" tIns="121888" rIns="243777" bIns="121888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800" b="0" i="0" smtClean="0">
                <a:solidFill>
                  <a:schemeClr val="tx2"/>
                </a:solidFill>
                <a:latin typeface="Tahoma" charset="0"/>
                <a:ea typeface="Tahoma" charset="0"/>
                <a:cs typeface="Tahoma" charset="0"/>
              </a:rPr>
              <a:pPr algn="ctr"/>
              <a:t>‹#›</a:t>
            </a:fld>
            <a:endParaRPr lang="en-US" sz="1800" b="0" i="0" dirty="0">
              <a:solidFill>
                <a:schemeClr val="tx2"/>
              </a:solidFill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60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  <p:sldLayoutId id="2147483996" r:id="rId12"/>
    <p:sldLayoutId id="2147483997" r:id="rId13"/>
    <p:sldLayoutId id="2147483998" r:id="rId14"/>
    <p:sldLayoutId id="2147483999" r:id="rId15"/>
    <p:sldLayoutId id="2147484000" r:id="rId16"/>
    <p:sldLayoutId id="2147484001" r:id="rId17"/>
    <p:sldLayoutId id="2147484002" r:id="rId18"/>
    <p:sldLayoutId id="2147484003" r:id="rId19"/>
  </p:sldLayoutIdLst>
  <p:txStyles>
    <p:titleStyle>
      <a:lvl1pPr algn="l" defTabSz="2437730" rtl="0" eaLnBrk="1" latinLnBrk="0" hangingPunct="1">
        <a:lnSpc>
          <a:spcPct val="86000"/>
        </a:lnSpc>
        <a:spcBef>
          <a:spcPct val="0"/>
        </a:spcBef>
        <a:buNone/>
        <a:defRPr sz="5599" kern="800" spc="-106" baseline="0">
          <a:solidFill>
            <a:srgbClr val="FF9E1B"/>
          </a:solidFill>
          <a:latin typeface="Tahoma" charset="0"/>
          <a:ea typeface="Tahoma" charset="0"/>
          <a:cs typeface="Tahoma" charset="0"/>
        </a:defRPr>
      </a:lvl1pPr>
    </p:titleStyle>
    <p:bodyStyle>
      <a:lvl1pPr marL="457074" indent="-457074" algn="l" defTabSz="2437730" rtl="0" eaLnBrk="1" latinLnBrk="0" hangingPunct="1">
        <a:spcBef>
          <a:spcPct val="20000"/>
        </a:spcBef>
        <a:buClr>
          <a:srgbClr val="FF9E1B"/>
        </a:buClr>
        <a:buFont typeface="Arial" panose="020B0604020202020204" pitchFamily="34" charset="0"/>
        <a:buChar char="•"/>
        <a:defRPr sz="3999" b="0" i="0" kern="800" spc="-26">
          <a:solidFill>
            <a:schemeClr val="tx2"/>
          </a:solidFill>
          <a:latin typeface="Tahoma" charset="0"/>
          <a:ea typeface="Tahoma" charset="0"/>
          <a:cs typeface="Tahoma" charset="0"/>
        </a:defRPr>
      </a:lvl1pPr>
      <a:lvl2pPr marL="918382" indent="-461309" algn="l" defTabSz="2437730" rtl="0" eaLnBrk="1" latinLnBrk="0" hangingPunct="1">
        <a:spcBef>
          <a:spcPct val="20000"/>
        </a:spcBef>
        <a:buClr>
          <a:srgbClr val="FF9E1B"/>
        </a:buClr>
        <a:buFont typeface="Arial" charset="0"/>
        <a:buChar char="•"/>
        <a:defRPr sz="3599" b="0" i="0" kern="800">
          <a:solidFill>
            <a:schemeClr val="tx2"/>
          </a:solidFill>
          <a:latin typeface="Tahoma" charset="0"/>
          <a:ea typeface="Tahoma" charset="0"/>
          <a:cs typeface="Tahoma" charset="0"/>
        </a:defRPr>
      </a:lvl2pPr>
      <a:lvl3pPr marL="1375456" indent="-457074" algn="l" defTabSz="2437730" rtl="0" eaLnBrk="1" latinLnBrk="0" hangingPunct="1">
        <a:spcBef>
          <a:spcPct val="20000"/>
        </a:spcBef>
        <a:buClr>
          <a:srgbClr val="FF9E1B"/>
        </a:buClr>
        <a:buFont typeface="Arial" panose="020B0604020202020204" pitchFamily="34" charset="0"/>
        <a:buChar char="•"/>
        <a:defRPr sz="3199" b="0" i="0" kern="800">
          <a:solidFill>
            <a:schemeClr val="tx2"/>
          </a:solidFill>
          <a:latin typeface="Tahoma" charset="0"/>
          <a:ea typeface="Tahoma" charset="0"/>
          <a:cs typeface="Tahoma" charset="0"/>
        </a:defRPr>
      </a:lvl3pPr>
      <a:lvl4pPr marL="1946813" indent="-571357" algn="l" defTabSz="2437730" rtl="0" eaLnBrk="1" latinLnBrk="0" hangingPunct="1">
        <a:spcBef>
          <a:spcPct val="20000"/>
        </a:spcBef>
        <a:buClr>
          <a:srgbClr val="FF9E1B"/>
        </a:buClr>
        <a:buFont typeface="Arial" charset="0"/>
        <a:buChar char="•"/>
        <a:defRPr sz="2799" b="0" i="0" kern="800">
          <a:solidFill>
            <a:schemeClr val="tx2"/>
          </a:solidFill>
          <a:latin typeface="Tahoma" charset="0"/>
          <a:ea typeface="Tahoma" charset="0"/>
          <a:cs typeface="Tahoma" charset="0"/>
        </a:defRPr>
      </a:lvl4pPr>
      <a:lvl5pPr marL="2403889" indent="-571357" algn="l" defTabSz="2437730" rtl="0" eaLnBrk="1" latinLnBrk="0" hangingPunct="1">
        <a:spcBef>
          <a:spcPct val="20000"/>
        </a:spcBef>
        <a:buClr>
          <a:srgbClr val="FF9E1B"/>
        </a:buClr>
        <a:buFont typeface="Arial" charset="0"/>
        <a:buChar char="•"/>
        <a:defRPr sz="2399" b="0" i="0" kern="800">
          <a:solidFill>
            <a:schemeClr val="tx2"/>
          </a:solidFill>
          <a:latin typeface="Tahoma" charset="0"/>
          <a:ea typeface="Tahoma" charset="0"/>
          <a:cs typeface="Tahoma" charset="0"/>
        </a:defRPr>
      </a:lvl5pPr>
      <a:lvl6pPr marL="6703756" indent="-609432" algn="l" defTabSz="2437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6pPr>
      <a:lvl7pPr marL="7922621" indent="-609432" algn="l" defTabSz="2437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7pPr>
      <a:lvl8pPr marL="9141486" indent="-609432" algn="l" defTabSz="2437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8pPr>
      <a:lvl9pPr marL="10360349" indent="-609432" algn="l" defTabSz="2437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773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1pPr>
      <a:lvl2pPr marL="1218865" algn="l" defTabSz="243773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2437730" algn="l" defTabSz="243773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3pPr>
      <a:lvl4pPr marL="3656594" algn="l" defTabSz="243773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4pPr>
      <a:lvl5pPr marL="4875459" algn="l" defTabSz="243773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5pPr>
      <a:lvl6pPr marL="6094324" algn="l" defTabSz="243773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6pPr>
      <a:lvl7pPr marL="7313189" algn="l" defTabSz="243773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7pPr>
      <a:lvl8pPr marL="8532052" algn="l" defTabSz="243773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8pPr>
      <a:lvl9pPr marL="9750918" algn="l" defTabSz="243773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2059900" y="582539"/>
            <a:ext cx="1114425" cy="108758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5943600"/>
            <a:ext cx="23088600" cy="186204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1500" dirty="0" smtClean="0">
                <a:solidFill>
                  <a:schemeClr val="bg1"/>
                </a:solidFill>
              </a:rPr>
              <a:t>Commission APP Project</a:t>
            </a:r>
            <a:endParaRPr lang="en-US" sz="1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168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0" y="0"/>
            <a:ext cx="12192000" cy="68484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5650" y="9524"/>
            <a:ext cx="12192000" cy="68484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0" y="6915150"/>
            <a:ext cx="12192000" cy="6848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8825" y="6838950"/>
            <a:ext cx="12192000" cy="6848475"/>
          </a:xfrm>
          <a:prstGeom prst="rect">
            <a:avLst/>
          </a:prstGeom>
        </p:spPr>
      </p:pic>
      <p:sp>
        <p:nvSpPr>
          <p:cNvPr id="6" name="Multiply 5"/>
          <p:cNvSpPr/>
          <p:nvPr/>
        </p:nvSpPr>
        <p:spPr>
          <a:xfrm>
            <a:off x="4455622" y="2626822"/>
            <a:ext cx="3158836" cy="2859578"/>
          </a:xfrm>
          <a:prstGeom prst="mathMultiply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7" name="Freeform 1">
            <a:extLst>
              <a:ext uri="{FF2B5EF4-FFF2-40B4-BE49-F238E27FC236}">
                <a16:creationId xmlns:a16="http://schemas.microsoft.com/office/drawing/2014/main" id="{B8D11287-C58F-B240-A923-C1996B2B3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6969" y="3618184"/>
            <a:ext cx="2056454" cy="1469205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8" name="Freeform 1">
            <a:extLst>
              <a:ext uri="{FF2B5EF4-FFF2-40B4-BE49-F238E27FC236}">
                <a16:creationId xmlns:a16="http://schemas.microsoft.com/office/drawing/2014/main" id="{B8D11287-C58F-B240-A923-C1996B2B3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670" y="8740694"/>
            <a:ext cx="2056454" cy="1469205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8D11287-C58F-B240-A923-C1996B2B3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53423" y="8726217"/>
            <a:ext cx="2056454" cy="1469205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0349556" y="8726217"/>
            <a:ext cx="3192088" cy="161317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Each product different chart (</a:t>
            </a:r>
            <a:r>
              <a:rPr lang="en-US" sz="2000" dirty="0" err="1" smtClean="0">
                <a:latin typeface="Tahoma" charset="0"/>
                <a:ea typeface="Tahoma" charset="0"/>
                <a:cs typeface="Tahoma" charset="0"/>
              </a:rPr>
              <a:t>Baqati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/</a:t>
            </a:r>
            <a:r>
              <a:rPr lang="en-US" sz="2000" dirty="0" err="1" smtClean="0">
                <a:latin typeface="Tahoma" charset="0"/>
                <a:ea typeface="Tahoma" charset="0"/>
                <a:cs typeface="Tahoma" charset="0"/>
              </a:rPr>
              <a:t>Hayyak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/HBB) </a:t>
            </a:r>
            <a:endParaRPr lang="en-US" sz="2000" dirty="0"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55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4"/>
            <a:ext cx="12192000" cy="68484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5650" y="9524"/>
            <a:ext cx="12192000" cy="68484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425" y="6857999"/>
            <a:ext cx="12192000" cy="6848475"/>
          </a:xfrm>
          <a:prstGeom prst="rect">
            <a:avLst/>
          </a:prstGeom>
        </p:spPr>
      </p:pic>
      <p:sp>
        <p:nvSpPr>
          <p:cNvPr id="5" name="Multiply 4"/>
          <p:cNvSpPr/>
          <p:nvPr/>
        </p:nvSpPr>
        <p:spPr>
          <a:xfrm>
            <a:off x="14397644" y="2310938"/>
            <a:ext cx="3158836" cy="2859578"/>
          </a:xfrm>
          <a:prstGeom prst="mathMultiply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6" name="Freeform 1">
            <a:extLst>
              <a:ext uri="{FF2B5EF4-FFF2-40B4-BE49-F238E27FC236}">
                <a16:creationId xmlns:a16="http://schemas.microsoft.com/office/drawing/2014/main" id="{B8D11287-C58F-B240-A923-C1996B2B3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9801" y="2271522"/>
            <a:ext cx="2056454" cy="1469205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7" name="Freeform 1">
            <a:extLst>
              <a:ext uri="{FF2B5EF4-FFF2-40B4-BE49-F238E27FC236}">
                <a16:creationId xmlns:a16="http://schemas.microsoft.com/office/drawing/2014/main" id="{B8D11287-C58F-B240-A923-C1996B2B3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0" y="8813031"/>
            <a:ext cx="2056454" cy="1469205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94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PltqaRdKzPMQVxIHDh.oA"/>
</p:tagLst>
</file>

<file path=ppt/theme/theme1.xml><?xml version="1.0" encoding="utf-8"?>
<a:theme xmlns:a="http://schemas.openxmlformats.org/drawingml/2006/main" name="2017_169">
  <a:themeElements>
    <a:clrScheme name="OT_2017 1">
      <a:dk1>
        <a:srgbClr val="000000"/>
      </a:dk1>
      <a:lt1>
        <a:srgbClr val="FFFFFF"/>
      </a:lt1>
      <a:dk2>
        <a:srgbClr val="58595B"/>
      </a:dk2>
      <a:lt2>
        <a:srgbClr val="FFFFFF"/>
      </a:lt2>
      <a:accent1>
        <a:srgbClr val="004C97"/>
      </a:accent1>
      <a:accent2>
        <a:srgbClr val="FF9E1B"/>
      </a:accent2>
      <a:accent3>
        <a:srgbClr val="0085CA"/>
      </a:accent3>
      <a:accent4>
        <a:srgbClr val="00BFB3"/>
      </a:accent4>
      <a:accent5>
        <a:srgbClr val="D12368"/>
      </a:accent5>
      <a:accent6>
        <a:srgbClr val="ECBB33"/>
      </a:accent6>
      <a:hlink>
        <a:srgbClr val="004C97"/>
      </a:hlink>
      <a:folHlink>
        <a:srgbClr val="FF9E1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>
            <a:latin typeface="Tahoma" charset="0"/>
            <a:ea typeface="Tahoma" charset="0"/>
            <a:cs typeface="Tahoma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mtClean="0">
            <a:solidFill>
              <a:schemeClr val="tx2"/>
            </a:solidFill>
            <a:latin typeface="Tahoma" charset="0"/>
            <a:ea typeface="Tahoma" charset="0"/>
            <a:cs typeface="Tahoma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7_169" id="{C799C862-F7A5-C44A-924B-C5A687820039}" vid="{5E17800F-03D8-8D44-BF34-7676110C00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{9BB6B025-EE7B-B14D-8EC8-5D2DE61B865A}tf16401378</Template>
  <TotalTime>110501</TotalTime>
  <Words>10</Words>
  <Application>Microsoft Office PowerPoint</Application>
  <PresentationFormat>Custom</PresentationFormat>
  <Paragraphs>2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Lato Light</vt:lpstr>
      <vt:lpstr>Tahoma</vt:lpstr>
      <vt:lpstr>2017_169</vt:lpstr>
      <vt:lpstr>think-cell Slide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Omaima Habib Yousuf Al Balushi</dc:creator>
  <cp:keywords/>
  <dc:description/>
  <cp:lastModifiedBy>Omaima Habib Yousuf Al Balushi</cp:lastModifiedBy>
  <cp:revision>15773</cp:revision>
  <dcterms:created xsi:type="dcterms:W3CDTF">2014-11-12T21:47:38Z</dcterms:created>
  <dcterms:modified xsi:type="dcterms:W3CDTF">2022-01-03T07:52:29Z</dcterms:modified>
  <cp:category/>
</cp:coreProperties>
</file>